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918E6-F649-A361-462E-084EB5B64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5CF474-4162-7FC7-ADAE-23BEB31AA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310D5-0B25-71D7-77E7-509606CB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8BD0A-A255-4F81-9C73-33C363028DF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ACD2C-BD33-EA91-FB0B-80EE8B468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8A8CA-3F00-48E8-02DD-99B79DAF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AB23-68B3-460F-8D58-DCE0F3B5E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10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E25E-E81E-9B85-4B91-784F15BD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E93C5-CA49-5E63-DF3A-F2560243C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5184E-F2AC-A6F3-D357-F4BFD2C4E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8BD0A-A255-4F81-9C73-33C363028DF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4B8A9-A366-E25C-4D5F-AAC7C9A28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AA433-5E97-D00B-6FE7-D9C3DE46E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AB23-68B3-460F-8D58-DCE0F3B5E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E2849-AB9B-F522-A2D5-D0E114EB7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CABE5-F6C4-0BB1-4E41-43B15E072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7E249-6CFF-5EE0-98C7-E1C140E4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8BD0A-A255-4F81-9C73-33C363028DF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11581-744B-D0B1-50F4-B2690778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4AC10-8407-A7FD-FCF0-47B50F79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AB23-68B3-460F-8D58-DCE0F3B5E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6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CC8A1-1FC1-E61D-CD26-95B7EB7E0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63C8B-54DF-4BF5-EAAE-7A370E945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54F61-991B-F1A6-B9B2-5987FC05E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863AB-7A0F-87ED-2757-D8982247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8BD0A-A255-4F81-9C73-33C363028DF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8BD77-2843-E11B-9820-E2D44BCFA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F4D95-AF58-CCCD-8B68-2BF953ED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AB23-68B3-460F-8D58-DCE0F3B5E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04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6283F-E2C0-CB35-C69C-E23978EE7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69840-D1B1-0FA1-C04C-74BCE2578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B3200-C5F8-C02A-BD46-312DB0D39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B4E0-0088-3476-A23A-00528ED39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297FDE-58A5-5C2B-6CF4-CD7EC35B8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3A45AB-05D2-6379-08D6-7027F1D7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8BD0A-A255-4F81-9C73-33C363028DF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CF5F50-9C0A-F65A-80AA-EC6609A3B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1E0D9F-F412-A468-4E71-B2E78001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AB23-68B3-460F-8D58-DCE0F3B5E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6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483E-E2CA-1E66-5C0E-ACB08EB8D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FA0A6F-4541-045F-5381-EC3E163F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8BD0A-A255-4F81-9C73-33C363028DF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F73F39-94E4-FFE3-1C39-215E0CA8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3626B-C091-9412-74EE-55005649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AB23-68B3-460F-8D58-DCE0F3B5E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3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39A16-285E-AA33-2898-608E6CDC4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8BD0A-A255-4F81-9C73-33C363028DF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BA7CBA-B88E-FF73-DE9A-03CA12FF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3CAC9-48D1-8E00-D991-69D33E233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AB23-68B3-460F-8D58-DCE0F3B5E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49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4F176-1D26-16FF-10B7-70BF5A600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5DD6-C0C2-172B-B57A-723CE5AAC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E6549-F724-F641-C744-46D9E13EB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A9DA6-13DB-0742-57BB-E7B63F934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8BD0A-A255-4F81-9C73-33C363028DF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B5ECB-236F-DAC9-4C25-88330DE0D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703EB-1934-1208-94BD-BD57E000E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AB23-68B3-460F-8D58-DCE0F3B5E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51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01D3-1FFC-EB5F-75E2-CC1E09089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43764E-B010-DA20-995D-15F98CE61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17454-C9E0-D821-E263-0CCE42C16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15232-0609-DFC1-49A8-09052B3D9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8BD0A-A255-4F81-9C73-33C363028DF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3873F-E9C0-E818-DFD4-CCDF4AB48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7935E-D1E3-4561-5C8E-EBFBEC70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AB23-68B3-460F-8D58-DCE0F3B5E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63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CE538-54E3-FA1E-950B-2EE553D27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DB9D3-D6FE-A2D9-205F-6459C04A2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97F48-F1A2-9C6C-5B91-FC0E7DE7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8BD0A-A255-4F81-9C73-33C363028DF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E4122-3998-EF1D-15E8-92FF7990A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FE4A5-B33F-3704-86CE-8DF4F6232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AB23-68B3-460F-8D58-DCE0F3B5E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71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6B6B4-EBB8-2214-F5FE-EBF9936632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6A525-3C8E-E9DC-1121-F49FE2EE0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CBEBA-A1AF-8E37-F598-330B5080A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8BD0A-A255-4F81-9C73-33C363028DF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43A5B-D867-0934-7266-BFB18505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0249C-CD3E-BB4B-8C3C-CA59D31D7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AB23-68B3-460F-8D58-DCE0F3B5E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41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ECA1-AF88-E019-DC32-30EBAD886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EEE1B-6881-445A-5A69-1F7475213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69FF6-E5BB-FDB4-45D3-3BF2C0A2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8BD0A-A255-4F81-9C73-33C363028DF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A1680-D28B-8109-7EFE-3844E4D2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B186-C206-7A63-9C64-58F77926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AB23-68B3-460F-8D58-DCE0F3B5E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20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03EDC1-AB1E-90CA-3088-2EC70E3A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1C3F0-8A8A-C387-0046-06E734EA7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62988-BA6B-6341-6443-56FDC5A23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8BD0A-A255-4F81-9C73-33C363028DF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E24A8-8654-7EB5-6D90-B18CA84B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586B-2AB8-2D1E-47FB-9BDB6F6F9C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9AB23-68B3-460F-8D58-DCE0F3B5E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05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025C6-B69A-529A-2E2B-BC618E886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Task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AF52A-DD57-CEFD-2A92-7B93DFB7D7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CS214 Project</a:t>
            </a:r>
          </a:p>
          <a:p>
            <a:r>
              <a:rPr lang="en-US"/>
              <a:t>Group Members: ____________________</a:t>
            </a:r>
          </a:p>
          <a:p>
            <a:r>
              <a:rPr lang="en-US"/>
              <a:t>Section: __________</a:t>
            </a:r>
          </a:p>
        </p:txBody>
      </p:sp>
    </p:spTree>
    <p:extLst>
      <p:ext uri="{BB962C8B-B14F-4D97-AF65-F5344CB8AC3E}">
        <p14:creationId xmlns:p14="http://schemas.microsoft.com/office/powerpoint/2010/main" val="1774557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605BF-CFAE-7DCD-8442-846AD457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21B1F-1F13-F376-802C-AFE5103F2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C++ console application for managing tasks.</a:t>
            </a:r>
          </a:p>
          <a:p>
            <a:r>
              <a:rPr lang="en-US" sz="2400"/>
              <a:t>Helps users add, edit, delete, search, print, save, and load tasks.</a:t>
            </a:r>
          </a:p>
          <a:p>
            <a:r>
              <a:rPr lang="en-US" sz="2400"/>
              <a:t>Uses a simple menu-driven interface.</a:t>
            </a:r>
          </a:p>
        </p:txBody>
      </p:sp>
    </p:spTree>
    <p:extLst>
      <p:ext uri="{BB962C8B-B14F-4D97-AF65-F5344CB8AC3E}">
        <p14:creationId xmlns:p14="http://schemas.microsoft.com/office/powerpoint/2010/main" val="403367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C14C1-7139-C2B9-9914-6FEFA870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37C92-45F3-3470-9828-7DC2B59BE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Add a new task with ID, title, description, and priority.</a:t>
            </a:r>
          </a:p>
          <a:p>
            <a:r>
              <a:rPr lang="en-US" sz="2400"/>
              <a:t>Edit an existing task by ID.</a:t>
            </a:r>
          </a:p>
          <a:p>
            <a:r>
              <a:rPr lang="en-US" sz="2400"/>
              <a:t>Delete a task by ID.</a:t>
            </a:r>
          </a:p>
          <a:p>
            <a:r>
              <a:rPr lang="en-US" sz="2400"/>
              <a:t>Search for a task by ID.</a:t>
            </a:r>
          </a:p>
          <a:p>
            <a:r>
              <a:rPr lang="en-US" sz="2400"/>
              <a:t>Display all tasks.</a:t>
            </a:r>
          </a:p>
          <a:p>
            <a:r>
              <a:rPr lang="en-US" sz="2400"/>
              <a:t>Print tasks to output.txt.</a:t>
            </a:r>
          </a:p>
          <a:p>
            <a:r>
              <a:rPr lang="en-US" sz="2400"/>
              <a:t>Save tasks and exit.</a:t>
            </a:r>
          </a:p>
        </p:txBody>
      </p:sp>
    </p:spTree>
    <p:extLst>
      <p:ext uri="{BB962C8B-B14F-4D97-AF65-F5344CB8AC3E}">
        <p14:creationId xmlns:p14="http://schemas.microsoft.com/office/powerpoint/2010/main" val="497811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5E66F-BD04-83EF-8069-049B2B3D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69836-74AE-5CBD-09DB-7AD8A637A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1407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D422D-54BD-9C59-82FC-D4208BE18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Structures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DAB3F-D1EB-BE7A-C9EC-C494CA93B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Array: stores active tasks.</a:t>
            </a:r>
          </a:p>
          <a:p>
            <a:r>
              <a:rPr lang="en-US" sz="2400"/>
              <a:t>Stack: stores deleted tasks.</a:t>
            </a:r>
          </a:p>
          <a:p>
            <a:r>
              <a:rPr lang="en-US" sz="2400"/>
              <a:t>Hash table / ID map: maps task ID to array index for fast search.</a:t>
            </a:r>
          </a:p>
        </p:txBody>
      </p:sp>
    </p:spTree>
    <p:extLst>
      <p:ext uri="{BB962C8B-B14F-4D97-AF65-F5344CB8AC3E}">
        <p14:creationId xmlns:p14="http://schemas.microsoft.com/office/powerpoint/2010/main" val="2166096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EF955-BE62-9FC1-E9D4-767E10DFD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These Data Structures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52C97-6E61-BE57-E3E7-14A8BB782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Array is simple and efficient for fixed-size task storage.</a:t>
            </a:r>
          </a:p>
          <a:p>
            <a:r>
              <a:rPr lang="en-US" sz="2400"/>
              <a:t>Stack fits deleted-task storage because the newest deleted task is placed on top.</a:t>
            </a:r>
          </a:p>
          <a:p>
            <a:r>
              <a:rPr lang="en-US" sz="2400"/>
              <a:t>Hash table / ID map makes searching by ID faster than checking every task.</a:t>
            </a:r>
          </a:p>
        </p:txBody>
      </p:sp>
    </p:spTree>
    <p:extLst>
      <p:ext uri="{BB962C8B-B14F-4D97-AF65-F5344CB8AC3E}">
        <p14:creationId xmlns:p14="http://schemas.microsoft.com/office/powerpoint/2010/main" val="300410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EAD5B-DD6F-E1B9-3DBE-7C9A4E9CE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Handling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629D4-820E-EA67-9548-46F2E3D9C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The program loads saved tasks from tasks.txt when it starts.</a:t>
            </a:r>
          </a:p>
          <a:p>
            <a:r>
              <a:rPr lang="en-US" sz="2400"/>
              <a:t>The program saves current tasks to tasks.txt when the user exits.</a:t>
            </a:r>
          </a:p>
          <a:p>
            <a:r>
              <a:rPr lang="en-US" sz="2400"/>
              <a:t>The Print option writes a readable task report to output.txt.</a:t>
            </a:r>
          </a:p>
        </p:txBody>
      </p:sp>
    </p:spTree>
    <p:extLst>
      <p:ext uri="{BB962C8B-B14F-4D97-AF65-F5344CB8AC3E}">
        <p14:creationId xmlns:p14="http://schemas.microsoft.com/office/powerpoint/2010/main" val="3387254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214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Task Management System</vt:lpstr>
      <vt:lpstr>Introduction</vt:lpstr>
      <vt:lpstr>Main Features</vt:lpstr>
      <vt:lpstr>Flowchart</vt:lpstr>
      <vt:lpstr>Data Structures Used</vt:lpstr>
      <vt:lpstr>Why These Data Structures</vt:lpstr>
      <vt:lpstr>File Handling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سليمان عبدالله بن محمد العريني</dc:creator>
  <cp:lastModifiedBy>سليمان عبدالله بن محمد العريني</cp:lastModifiedBy>
  <cp:revision>2</cp:revision>
  <dcterms:created xsi:type="dcterms:W3CDTF">2026-05-02T15:17:43Z</dcterms:created>
  <dcterms:modified xsi:type="dcterms:W3CDTF">2026-05-02T15:38:48Z</dcterms:modified>
</cp:coreProperties>
</file>